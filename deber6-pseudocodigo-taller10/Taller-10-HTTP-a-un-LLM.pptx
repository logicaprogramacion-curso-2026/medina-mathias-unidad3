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Arimo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Outfit Extra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48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Taller 10: Simulador de Petición HTTP a un LLM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Alumno: Mathias Medina — Pseudocódigo paso a paso.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Objetivo: mostrar el flujo desde la creación de la petición hasta la respuesta del modelo.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34504"/>
            <a:ext cx="4722763" cy="124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Función 1 — CrearPeticionHTTP(promptUsuario)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96119" y="1867272"/>
            <a:ext cx="2299097" cy="2841650"/>
          </a:xfrm>
          <a:prstGeom prst="roundRect">
            <a:avLst>
              <a:gd name="adj" fmla="val 242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3785" y="2004938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33785" y="2287339"/>
            <a:ext cx="202376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Construir una cadena que represente la solicitud HTTP con método, headers y cuerpo.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9785" y="1867272"/>
            <a:ext cx="2299097" cy="2841650"/>
          </a:xfrm>
          <a:prstGeom prst="roundRect">
            <a:avLst>
              <a:gd name="adj" fmla="val 242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57451" y="2004938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Pseudocódigo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057451" y="2287339"/>
            <a:ext cx="2023765" cy="228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Funcion solicitud ← CrearPeticionHTTP(promptUsuario)</a:t>
            </a:r>
            <a:endParaRPr lang="en-US" sz="1000" dirty="0"/>
          </a:p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Definir solicitud Como Cadena</a:t>
            </a:r>
            <a:endParaRPr lang="en-US" sz="1000" dirty="0"/>
          </a:p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solicitud ← "POST /api/v1/generate HTTP/1.1\nHeader: Authorization Bearer TOKEN\nBody: " + promptUsuario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FinFuncion</a:t>
            </a:r>
            <a:endParaRPr lang="en-US" sz="1000" dirty="0"/>
          </a:p>
        </p:txBody>
      </p:sp>
      <p:pic>
        <p:nvPicPr>
          <p:cNvPr id="1026" name="Picture 2" descr="Qué es el Código fuente? Explicación fácil">
            <a:extLst>
              <a:ext uri="{FF2B5EF4-FFF2-40B4-BE49-F238E27FC236}">
                <a16:creationId xmlns:a16="http://schemas.microsoft.com/office/drawing/2014/main" id="{5D2BA147-F541-4B9B-8004-0A75EC23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50" y="0"/>
            <a:ext cx="32956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8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Función 2 — ProcesarPromptLLM(prompt)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8988"/>
            <a:ext cx="3053135" cy="2221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310208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Objetivo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1673423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Simular que el LLM procesa el prompt y devuelve una respuesta HTTP con cuerpo.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2268810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Pseudocódigo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99892" y="2632025"/>
            <a:ext cx="4752677" cy="187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Funcion respuestaLLM ← ProcesarPromptLLM(prompt)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Definir respuestaLLM Como Cadena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"[Servidor LLM] Procesando tokens y contexto..."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respuestaLLM ← "HTTP/1.1 200 OK\nBody: Respuesta generada por la IA para el prompt: " + prompt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FinFuncion</a:t>
            </a:r>
            <a:endParaRPr lang="en-US" sz="11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797DF0-1E63-428C-AF5C-93218A202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69C9D1C-D8A3-417A-82F8-39113363C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4030948"/>
            <a:ext cx="1492250" cy="1227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407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Algoritmo Principal — Taller10_PeticionHTTP_LLM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13570"/>
            <a:ext cx="571798" cy="353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013570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Inicio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320082"/>
            <a:ext cx="1850157" cy="1757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"=== SIMULADOR DE PETICIÓN HTTP A LLM (TALLER 10) ==="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"Ingrese la consulta/prompt para el modelo de IA:"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Leer prompt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013570"/>
            <a:ext cx="571798" cy="35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013570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Paso 1 — Construir petición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541538"/>
            <a:ext cx="1850157" cy="1757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"[Cliente Web] Usuario hizo clic en 'Enviar'." 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peticionHTTP ← CrearPeticionHTTP(prompt)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"[Cliente Web] Petición HTTP construida con éxito."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013570"/>
            <a:ext cx="571798" cy="35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013570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Paso 2 — Envío por red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541538"/>
            <a:ext cx="1850157" cy="144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"[Red] Enviando petición HTTP al servidor backend..."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conexionExitosa ← Verdadero // Simulación de conexión estable</a:t>
            </a:r>
            <a:endParaRPr lang="en-US" sz="11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5D77CFD-04E6-44D4-A2C1-4875D6893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200" y="4030948"/>
            <a:ext cx="1492250" cy="122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7628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Recepción, Respuesta y Manejo de Errores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91767"/>
            <a:ext cx="1939156" cy="1588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4528" y="2068190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12279" y="2399258"/>
            <a:ext cx="170683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 conexión exitosa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12279" y="2631728"/>
            <a:ext cx="1706835" cy="626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"[Servidor] Petición recibida correctamente."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respuestaHTTP ← ProcesarPromptLLM(prompt)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8498" y="1991767"/>
            <a:ext cx="1939230" cy="15880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6982" y="2068190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624658" y="2399258"/>
            <a:ext cx="17069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Mostrar respuesta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2624658" y="2631728"/>
            <a:ext cx="1706910" cy="831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"[Cliente Web] Respuesta HTTP recibida:"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 algn="l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respuestaHTTP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"[Cliente Web] Mostrando respuesta en la interfaz del usuario."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534" y="552302"/>
            <a:ext cx="3951610" cy="2479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37534" y="3173574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 falla la conexión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637534" y="3393653"/>
            <a:ext cx="44088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Escribir "[Error] No se pudo establecer conexión con el servidor LLM."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637534" y="3605412"/>
            <a:ext cx="3951610" cy="322659"/>
          </a:xfrm>
          <a:prstGeom prst="roundRect">
            <a:avLst>
              <a:gd name="adj" fmla="val 13264"/>
            </a:avLst>
          </a:prstGeom>
          <a:solidFill>
            <a:srgbClr val="D7D2F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246" y="3722202"/>
            <a:ext cx="127322" cy="1018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30229" y="3689301"/>
            <a:ext cx="397586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Importante: incluir manejo de errores y mensajes claros para el usuario.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4637534" y="4048482"/>
            <a:ext cx="3951610" cy="14288"/>
          </a:xfrm>
          <a:prstGeom prst="roundRect">
            <a:avLst>
              <a:gd name="adj" fmla="val 49998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4637534" y="4183181"/>
            <a:ext cx="44088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FinAlgoritmo — El pseudocódigo es claro, secuencial y fácil de seguir para cualquiera.</a:t>
            </a:r>
            <a:endParaRPr lang="en-US" sz="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4A10213-6ED8-4C28-87CA-1AB0A9F84E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3200" y="4235450"/>
            <a:ext cx="1492250" cy="1023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</Words>
  <Application>Microsoft Office PowerPoint</Application>
  <PresentationFormat>Presentación en pantalla (16:9)</PresentationFormat>
  <Paragraphs>51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Outfit ExtraBold</vt:lpstr>
      <vt:lpstr>Calibri</vt:lpstr>
      <vt:lpstr>Arimo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USER</dc:creator>
  <cp:lastModifiedBy>Hernan Medina</cp:lastModifiedBy>
  <cp:revision>2</cp:revision>
  <dcterms:created xsi:type="dcterms:W3CDTF">2026-08-10T19:44:17Z</dcterms:created>
  <dcterms:modified xsi:type="dcterms:W3CDTF">2026-08-10T19:55:48Z</dcterms:modified>
</cp:coreProperties>
</file>